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58" r:id="rId4"/>
    <p:sldId id="261" r:id="rId5"/>
    <p:sldId id="257" r:id="rId6"/>
    <p:sldId id="262" r:id="rId7"/>
    <p:sldId id="263" r:id="rId8"/>
    <p:sldId id="264" r:id="rId9"/>
    <p:sldId id="265" r:id="rId10"/>
    <p:sldId id="267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7" d="100"/>
          <a:sy n="137" d="100"/>
        </p:scale>
        <p:origin x="-888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interSettings" Target="printerSettings/printerSettings1.bin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36F00-3B5F-6840-B7F2-55376D431031}" type="datetimeFigureOut">
              <a:rPr lang="en-US" smtClean="0"/>
              <a:t>Apr15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B0DA-8874-F140-A322-68A914E043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680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36F00-3B5F-6840-B7F2-55376D431031}" type="datetimeFigureOut">
              <a:rPr lang="en-US" smtClean="0"/>
              <a:t>Apr15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B0DA-8874-F140-A322-68A914E043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327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36F00-3B5F-6840-B7F2-55376D431031}" type="datetimeFigureOut">
              <a:rPr lang="en-US" smtClean="0"/>
              <a:t>Apr15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B0DA-8874-F140-A322-68A914E043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432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36F00-3B5F-6840-B7F2-55376D431031}" type="datetimeFigureOut">
              <a:rPr lang="en-US" smtClean="0"/>
              <a:t>Apr15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B0DA-8874-F140-A322-68A914E043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649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36F00-3B5F-6840-B7F2-55376D431031}" type="datetimeFigureOut">
              <a:rPr lang="en-US" smtClean="0"/>
              <a:t>Apr15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B0DA-8874-F140-A322-68A914E043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023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36F00-3B5F-6840-B7F2-55376D431031}" type="datetimeFigureOut">
              <a:rPr lang="en-US" smtClean="0"/>
              <a:t>Apr15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B0DA-8874-F140-A322-68A914E043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662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36F00-3B5F-6840-B7F2-55376D431031}" type="datetimeFigureOut">
              <a:rPr lang="en-US" smtClean="0"/>
              <a:t>Apr15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B0DA-8874-F140-A322-68A914E043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343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36F00-3B5F-6840-B7F2-55376D431031}" type="datetimeFigureOut">
              <a:rPr lang="en-US" smtClean="0"/>
              <a:t>Apr15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B0DA-8874-F140-A322-68A914E043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247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36F00-3B5F-6840-B7F2-55376D431031}" type="datetimeFigureOut">
              <a:rPr lang="en-US" smtClean="0"/>
              <a:t>Apr15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B0DA-8874-F140-A322-68A914E043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828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36F00-3B5F-6840-B7F2-55376D431031}" type="datetimeFigureOut">
              <a:rPr lang="en-US" smtClean="0"/>
              <a:t>Apr15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B0DA-8874-F140-A322-68A914E043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254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36F00-3B5F-6840-B7F2-55376D431031}" type="datetimeFigureOut">
              <a:rPr lang="en-US" smtClean="0"/>
              <a:t>Apr15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B0DA-8874-F140-A322-68A914E043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163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236F00-3B5F-6840-B7F2-55376D431031}" type="datetimeFigureOut">
              <a:rPr lang="en-US" smtClean="0"/>
              <a:t>Apr15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73B0DA-8874-F140-A322-68A914E043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210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emf"/><Relationship Id="rId3" Type="http://schemas.openxmlformats.org/officeDocument/2006/relationships/image" Target="../media/image4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4" Type="http://schemas.openxmlformats.org/officeDocument/2006/relationships/image" Target="../media/image7.emf"/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Productized Giving Events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Building a </a:t>
            </a:r>
            <a:r>
              <a:rPr lang="en-US" dirty="0" err="1" smtClean="0"/>
              <a:t>Razoo</a:t>
            </a:r>
            <a:r>
              <a:rPr lang="en-US" dirty="0" smtClean="0"/>
              <a:t> Giving Event </a:t>
            </a:r>
            <a:r>
              <a:rPr lang="en-US" b="1" i="1" dirty="0" smtClean="0"/>
              <a:t>Platform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2088668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existing giving sites 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</a:t>
            </a:r>
            <a:r>
              <a:rPr lang="en-US" dirty="0" smtClean="0"/>
              <a:t>hey’re not a part of the </a:t>
            </a:r>
            <a:r>
              <a:rPr lang="en-US" dirty="0" err="1" smtClean="0"/>
              <a:t>Razoo</a:t>
            </a:r>
            <a:r>
              <a:rPr lang="en-US" dirty="0" smtClean="0"/>
              <a:t> platform</a:t>
            </a:r>
          </a:p>
          <a:p>
            <a:r>
              <a:rPr lang="en-US" dirty="0"/>
              <a:t>T</a:t>
            </a:r>
            <a:r>
              <a:rPr lang="en-US" dirty="0" smtClean="0"/>
              <a:t>hey consist of bits of logic in the CMS &amp; random database scripts</a:t>
            </a:r>
          </a:p>
          <a:p>
            <a:r>
              <a:rPr lang="en-US" dirty="0" smtClean="0"/>
              <a:t>Logic is hacked into the CMS for generating totals, transitioning to the live / post site, etc.</a:t>
            </a:r>
            <a:endParaRPr lang="en-US" dirty="0" smtClean="0"/>
          </a:p>
          <a:p>
            <a:r>
              <a:rPr lang="en-US" dirty="0" smtClean="0"/>
              <a:t>They exist outside of our core engineering practices:  p</a:t>
            </a:r>
            <a:r>
              <a:rPr lang="en-US" dirty="0" smtClean="0"/>
              <a:t>ages do not run through a formal engineering process – there’s no release process, unit or regression tests, and minimal QA</a:t>
            </a:r>
          </a:p>
        </p:txBody>
      </p:sp>
    </p:spTree>
    <p:extLst>
      <p:ext uri="{BB962C8B-B14F-4D97-AF65-F5344CB8AC3E}">
        <p14:creationId xmlns:p14="http://schemas.microsoft.com/office/powerpoint/2010/main" val="2970041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Existing Problems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 process is complex and error prone:  dozens of manual steps to performed by account managers, designers, developers, contractors and </a:t>
            </a:r>
            <a:r>
              <a:rPr lang="en-US" dirty="0" err="1" smtClean="0"/>
              <a:t>qa</a:t>
            </a:r>
            <a:endParaRPr lang="en-US" dirty="0" smtClean="0"/>
          </a:p>
          <a:p>
            <a:r>
              <a:rPr lang="en-US" dirty="0" smtClean="0"/>
              <a:t>Since there’s no way to track changes in the CMS, there’s no way to really ensure quality</a:t>
            </a:r>
          </a:p>
          <a:p>
            <a:r>
              <a:rPr lang="en-US" dirty="0" smtClean="0"/>
              <a:t>CMS changes regularly overwrite bug fixes</a:t>
            </a:r>
          </a:p>
          <a:p>
            <a:r>
              <a:rPr lang="en-US" dirty="0" smtClean="0"/>
              <a:t>Massive duplication of content makes it even more difficult to track small bugs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199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Goals of the Giving Event Platform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Increase the quality of our giving day sites</a:t>
            </a:r>
            <a:endParaRPr lang="en-US" dirty="0" smtClean="0"/>
          </a:p>
          <a:p>
            <a:r>
              <a:rPr lang="en-US" dirty="0" smtClean="0"/>
              <a:t>Increase the reproducibility of these sites</a:t>
            </a:r>
          </a:p>
          <a:p>
            <a:r>
              <a:rPr lang="en-US" dirty="0" smtClean="0"/>
              <a:t>Increase our speed to market in launching giving day sites</a:t>
            </a:r>
          </a:p>
          <a:p>
            <a:r>
              <a:rPr lang="en-US" dirty="0" smtClean="0"/>
              <a:t>Reduce our reliance on third-party design firms with known quality issues</a:t>
            </a:r>
          </a:p>
          <a:p>
            <a:r>
              <a:rPr lang="en-US" dirty="0" smtClean="0"/>
              <a:t>Add key differentiators to the product offering that wouldn’t otherwise be possible</a:t>
            </a:r>
          </a:p>
        </p:txBody>
      </p:sp>
    </p:spTree>
    <p:extLst>
      <p:ext uri="{BB962C8B-B14F-4D97-AF65-F5344CB8AC3E}">
        <p14:creationId xmlns:p14="http://schemas.microsoft.com/office/powerpoint/2010/main" val="42787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Productized Giving Event Advantages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Support for multiple giving days per brand</a:t>
            </a:r>
          </a:p>
          <a:p>
            <a:r>
              <a:rPr lang="en-US" dirty="0" smtClean="0"/>
              <a:t>Sandboxing of giving days until launch</a:t>
            </a:r>
          </a:p>
          <a:p>
            <a:r>
              <a:rPr lang="en-US" dirty="0" smtClean="0"/>
              <a:t>Automatic Page Transitions: live and post</a:t>
            </a:r>
          </a:p>
          <a:p>
            <a:r>
              <a:rPr lang="en-US" dirty="0" smtClean="0"/>
              <a:t>Preset Facebook Info</a:t>
            </a:r>
          </a:p>
          <a:p>
            <a:r>
              <a:rPr lang="en-US" dirty="0" smtClean="0"/>
              <a:t>Default Mobile Content</a:t>
            </a:r>
          </a:p>
          <a:p>
            <a:r>
              <a:rPr lang="en-US" dirty="0" smtClean="0"/>
              <a:t>Automatic caching of Leaderboard &amp; Totals</a:t>
            </a:r>
          </a:p>
          <a:p>
            <a:r>
              <a:rPr lang="en-US" dirty="0" smtClean="0"/>
              <a:t>Standardized Totals &amp; Timers</a:t>
            </a:r>
          </a:p>
          <a:p>
            <a:r>
              <a:rPr lang="en-US" dirty="0" smtClean="0"/>
              <a:t>Optional prizes / matching grants</a:t>
            </a:r>
          </a:p>
          <a:p>
            <a:r>
              <a:rPr lang="en-US" dirty="0" smtClean="0"/>
              <a:t>Custom Donation Flow Content</a:t>
            </a:r>
          </a:p>
          <a:p>
            <a:r>
              <a:rPr lang="en-US" dirty="0" smtClean="0"/>
              <a:t>Giving Day Dashboard for validating the days activity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470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Giving Event Platform Advantages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Support for multiple giving days per brand</a:t>
            </a:r>
          </a:p>
          <a:p>
            <a:r>
              <a:rPr lang="en-US" dirty="0" smtClean="0"/>
              <a:t>Automatic caching of Leaderboard &amp; Totals</a:t>
            </a:r>
          </a:p>
          <a:p>
            <a:r>
              <a:rPr lang="en-US" dirty="0" smtClean="0"/>
              <a:t>Standardized Totals &amp; Timers</a:t>
            </a:r>
          </a:p>
          <a:p>
            <a:r>
              <a:rPr lang="en-US" dirty="0" smtClean="0"/>
              <a:t>Optional prizes / matching grants</a:t>
            </a:r>
          </a:p>
          <a:p>
            <a:r>
              <a:rPr lang="en-US" dirty="0" smtClean="0"/>
              <a:t>Giving Day Dashboard for validating the days activity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 smtClean="0"/>
              <a:t>Templatized</a:t>
            </a:r>
            <a:r>
              <a:rPr lang="en-US" dirty="0" smtClean="0"/>
              <a:t> Site Content</a:t>
            </a:r>
          </a:p>
          <a:p>
            <a:r>
              <a:rPr lang="en-US" dirty="0" smtClean="0"/>
              <a:t>Automatic Page Transitions from pre to live and post</a:t>
            </a:r>
          </a:p>
          <a:p>
            <a:r>
              <a:rPr lang="en-US" dirty="0" smtClean="0"/>
              <a:t>Sandboxing of giving days until launch</a:t>
            </a:r>
          </a:p>
          <a:p>
            <a:r>
              <a:rPr lang="en-US" dirty="0" smtClean="0"/>
              <a:t>Custom Mobile &amp; </a:t>
            </a:r>
            <a:r>
              <a:rPr lang="en-US" dirty="0" smtClean="0"/>
              <a:t>Donation Flow </a:t>
            </a:r>
            <a:r>
              <a:rPr lang="en-US" dirty="0" smtClean="0"/>
              <a:t>Content</a:t>
            </a:r>
          </a:p>
          <a:p>
            <a:r>
              <a:rPr lang="en-US" dirty="0" smtClean="0"/>
              <a:t>Customizable Facebook sharing info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56231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Platform vs. CMS Comparison</a:t>
            </a:r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916817"/>
          <a:ext cx="8229601" cy="3892729"/>
        </p:xfrm>
        <a:graphic>
          <a:graphicData uri="http://schemas.openxmlformats.org/drawingml/2006/table">
            <a:tbl>
              <a:tblPr/>
              <a:tblGrid>
                <a:gridCol w="2719346"/>
                <a:gridCol w="971195"/>
                <a:gridCol w="756510"/>
                <a:gridCol w="756510"/>
                <a:gridCol w="756510"/>
                <a:gridCol w="756510"/>
                <a:gridCol w="756510"/>
                <a:gridCol w="756510"/>
              </a:tblGrid>
              <a:tr h="157436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Admin Interface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Automated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Testable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Templatized 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Generated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Manual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o-RO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Duplicated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743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Giving Event Information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Platform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743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Giving Event Content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743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Giving Event Site</a:t>
                      </a:r>
                    </a:p>
                  </a:txBody>
                  <a:tcPr marL="122677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Platform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Platform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CMS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CMS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743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Custom donation flows (share &amp; thank you)</a:t>
                      </a:r>
                    </a:p>
                  </a:txBody>
                  <a:tcPr marL="122677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Platform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Platform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Platform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Platform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CMS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CMS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7436">
                <a:tc>
                  <a:txBody>
                    <a:bodyPr/>
                    <a:lstStyle/>
                    <a:p>
                      <a:pPr algn="l" fontAlgn="b"/>
                      <a:r>
                        <a:rPr lang="de-DE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 Content</a:t>
                      </a:r>
                    </a:p>
                  </a:txBody>
                  <a:tcPr marL="122677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Platform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Platform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CMS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CMS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743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Giving Event Logic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743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Page Switch Over (Pre-Live-Post)</a:t>
                      </a:r>
                    </a:p>
                  </a:txBody>
                  <a:tcPr marL="122677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Platform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Platform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CMS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CMS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743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Countdown Timer</a:t>
                      </a:r>
                    </a:p>
                  </a:txBody>
                  <a:tcPr marL="122677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Platform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Platform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Platform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Platform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CMS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CMS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743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Facebook Sharing Information</a:t>
                      </a:r>
                    </a:p>
                  </a:txBody>
                  <a:tcPr marL="122677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Platform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Platform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Platform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Platform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CMS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CMS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7436">
                <a:tc>
                  <a:txBody>
                    <a:bodyPr/>
                    <a:lstStyle/>
                    <a:p>
                      <a:pPr algn="l" fontAlgn="b"/>
                      <a:r>
                        <a:rPr lang="de-DE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Org Registration</a:t>
                      </a:r>
                    </a:p>
                  </a:txBody>
                  <a:tcPr marL="122677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Platform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Platform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Platform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CMS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CMS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743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Totals &amp; Leaderboards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743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Preferred Causes (Search &amp; Totals)</a:t>
                      </a:r>
                    </a:p>
                  </a:txBody>
                  <a:tcPr marL="122677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 / C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 / C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Platform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743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Totals</a:t>
                      </a:r>
                    </a:p>
                  </a:txBody>
                  <a:tcPr marL="122677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Platform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Platform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Platform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Platform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CMS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CMS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7436">
                <a:tc>
                  <a:txBody>
                    <a:bodyPr/>
                    <a:lstStyle/>
                    <a:p>
                      <a:pPr algn="l" fontAlgn="b"/>
                      <a:r>
                        <a:rPr lang="ro-RO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Leaderboards</a:t>
                      </a:r>
                    </a:p>
                  </a:txBody>
                  <a:tcPr marL="122677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Platform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Platform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Platform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CMS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CMS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743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Dashboard (for double checking totals and counts)</a:t>
                      </a:r>
                    </a:p>
                  </a:txBody>
                  <a:tcPr marL="122677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Platform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Platform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Platform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7436">
                <a:tc>
                  <a:txBody>
                    <a:bodyPr/>
                    <a:lstStyle/>
                    <a:p>
                      <a:pPr algn="l" fontAlgn="b"/>
                      <a:r>
                        <a:rPr lang="cs-CZ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Prizes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7436">
                <a:tc>
                  <a:txBody>
                    <a:bodyPr/>
                    <a:lstStyle/>
                    <a:p>
                      <a:pPr algn="l" fontAlgn="b"/>
                      <a:r>
                        <a:rPr lang="sv-SE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Golden Tickets</a:t>
                      </a:r>
                    </a:p>
                  </a:txBody>
                  <a:tcPr marL="122677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Platform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Platform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Platform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CMS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CMS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7436">
                <a:tc>
                  <a:txBody>
                    <a:bodyPr/>
                    <a:lstStyle/>
                    <a:p>
                      <a:pPr algn="l" fontAlgn="b"/>
                      <a:r>
                        <a:rPr lang="cs-CZ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Prizes</a:t>
                      </a:r>
                    </a:p>
                  </a:txBody>
                  <a:tcPr marL="122677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Platform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Platform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Platform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CMS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CMS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743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Enhanced Features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743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Scheduled Donations</a:t>
                      </a:r>
                    </a:p>
                  </a:txBody>
                  <a:tcPr marL="122677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Platform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Platform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Platform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743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Donor Mosaic</a:t>
                      </a:r>
                    </a:p>
                  </a:txBody>
                  <a:tcPr marL="122677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Platform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Platform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Platform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Platform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743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Graphical Leaderboards</a:t>
                      </a:r>
                    </a:p>
                  </a:txBody>
                  <a:tcPr marL="122677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Platform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Platform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Platform</a:t>
                      </a: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223" marR="10223" marT="10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1856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roductized_Giving_Events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16" y="927071"/>
            <a:ext cx="91440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984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174" y="1897010"/>
            <a:ext cx="5486400" cy="4432300"/>
          </a:xfrm>
          <a:prstGeom prst="rect">
            <a:avLst/>
          </a:prstGeom>
        </p:spPr>
      </p:pic>
      <p:sp>
        <p:nvSpPr>
          <p:cNvPr id="5" name="Vertical 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a Giving Event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081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>
            <a:r>
              <a:rPr lang="en-US" dirty="0" smtClean="0"/>
              <a:t>Template Giving Site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24" y="1976346"/>
            <a:ext cx="5486400" cy="4635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524" y="274638"/>
            <a:ext cx="5486400" cy="177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484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>
            <a:r>
              <a:rPr lang="en-US" dirty="0" smtClean="0"/>
              <a:t>Leaderboards &amp; </a:t>
            </a:r>
            <a:br>
              <a:rPr lang="en-US" dirty="0" smtClean="0"/>
            </a:br>
            <a:r>
              <a:rPr lang="en-US" dirty="0" smtClean="0"/>
              <a:t>Golden Tickets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796" y="5209647"/>
            <a:ext cx="5486400" cy="12065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796" y="3457047"/>
            <a:ext cx="5486400" cy="1752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796" y="249428"/>
            <a:ext cx="5486400" cy="334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946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497</Words>
  <Application>Microsoft Macintosh PowerPoint</Application>
  <PresentationFormat>On-screen Show (4:3)</PresentationFormat>
  <Paragraphs>146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Productized Giving Events</vt:lpstr>
      <vt:lpstr>How existing giving sites work</vt:lpstr>
      <vt:lpstr>Existing Problems</vt:lpstr>
      <vt:lpstr>Goals of the Giving Event Platform</vt:lpstr>
      <vt:lpstr>Productized Giving Event Advantages</vt:lpstr>
      <vt:lpstr>Giving Event Platform Advantages</vt:lpstr>
      <vt:lpstr>Platform vs. CMS Comparison</vt:lpstr>
      <vt:lpstr>PowerPoint Presentation</vt:lpstr>
      <vt:lpstr>Creating a Giving Event</vt:lpstr>
      <vt:lpstr>Template Giving Site</vt:lpstr>
      <vt:lpstr>Leaderboards &amp;  Golden Tickets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Productized Giving Events</dc:title>
  <dc:creator>Mike Cowden</dc:creator>
  <cp:lastModifiedBy>Mike Cowden</cp:lastModifiedBy>
  <cp:revision>7</cp:revision>
  <dcterms:created xsi:type="dcterms:W3CDTF">2012-04-15T21:19:55Z</dcterms:created>
  <dcterms:modified xsi:type="dcterms:W3CDTF">2012-04-15T22:37:56Z</dcterms:modified>
</cp:coreProperties>
</file>